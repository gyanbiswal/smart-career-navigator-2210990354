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 on Experience (22CS422)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1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Carrer Navigator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085850" lvl="0" marL="2057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Submitted By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288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Deepika Wadhwa - 2210991485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Sheenam Dubey - 2210992298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Abhishek Bhardwaj - 2210990044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288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Gyan Biswal - 2210990354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                                        Supervised By: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                                  Dr. Gurpreet Singh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378748"/>
            <a:ext cx="6019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2 –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&amp; Motivation</a:t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21750" y="1528500"/>
            <a:ext cx="8359800" cy="57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: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Traditional degree-based hiring is becoming outdated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 often lack industry-relevant skills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Existing platforms only recommend jobs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clear guidance on 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a candidate is rejected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skills are missing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improve employability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 : 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Rapid technology evolution creates skill gaps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Industry demands real-time upskilling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for an AI-driven personalized career guidance system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0" y="216425"/>
            <a:ext cx="6492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Slide 3 – Proposed Solution: Smart Career Navigator</a:t>
            </a:r>
            <a:br>
              <a:rPr lang="en-US" sz="2400">
                <a:latin typeface="Calibri"/>
                <a:ea typeface="Calibri"/>
                <a:cs typeface="Calibri"/>
                <a:sym typeface="Calibri"/>
              </a:rPr>
            </a:br>
            <a:endParaRPr sz="2400"/>
          </a:p>
        </p:txBody>
      </p:sp>
      <p:sp>
        <p:nvSpPr>
          <p:cNvPr id="97" name="Google Shape;97;p16"/>
          <p:cNvSpPr txBox="1"/>
          <p:nvPr/>
        </p:nvSpPr>
        <p:spPr>
          <a:xfrm>
            <a:off x="457200" y="1219456"/>
            <a:ext cx="6204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57200" y="1696452"/>
            <a:ext cx="6662100" cy="1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an AI-powered framework to 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resumes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 skills from Job Descriptions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missing skills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 personalized learning paths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57200" y="3598300"/>
            <a:ext cx="7442400" cy="3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Features</a:t>
            </a:r>
            <a:b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Resume Parsing using NLP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Semantic Skill Matching using BERT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Career Readiness Score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Personalized Recommendation Engine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Market Analysis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b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228750" y="3290501"/>
            <a:ext cx="44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457200" y="5315378"/>
            <a:ext cx="769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/>
        </p:nvSpPr>
        <p:spPr>
          <a:xfrm>
            <a:off x="892750" y="568125"/>
            <a:ext cx="55839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4 — System Architecture &amp; Technologies</a:t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52640" y="1376982"/>
            <a:ext cx="8838720" cy="621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∙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Modules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457200" y="2117541"/>
            <a:ext cx="63354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Ingestion Layer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NLP &amp; Named Entity Recognition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Semantic Embedding Engine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Similarity Computation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Recommendation Engine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457200" y="4271543"/>
            <a:ext cx="70377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Used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177699" y="125"/>
            <a:ext cx="65094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5 — Methodology &amp; Mathematical Model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457200" y="1518558"/>
            <a:ext cx="65093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457200" y="1518542"/>
            <a:ext cx="80823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NLP Processing</a:t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Skills extracted into: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Languages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Tools/Platforms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 Skills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662086" y="3457787"/>
            <a:ext cx="504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662086" y="4161691"/>
            <a:ext cx="47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457200" y="4353850"/>
            <a:ext cx="5602800" cy="1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Semantic Matching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Resume and Job Description converted into vectors.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Similarity Formula : S(R, J) = (R.J) / (||R|| ||J||)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Where:R = Resume Vector , J = Job Description Vector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457200" y="256975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6 — Experimental Results &amp; Impact</a:t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457200" y="2204357"/>
            <a:ext cx="47244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5,000 resumes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2,000 job descriptions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Development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Science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DevOps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Cybersecurity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457200" y="4983574"/>
            <a:ext cx="514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457200" y="1456589"/>
            <a:ext cx="358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457200" y="3677276"/>
            <a:ext cx="552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544275" y="408225"/>
            <a:ext cx="59127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/>
              <a:t>Slide 7 — Conclusion &amp; Future Scope</a:t>
            </a:r>
            <a:endParaRPr b="1" sz="23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457368" y="1121700"/>
            <a:ext cx="84120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Career Navigator bridges education and industry requirements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AI + NLP for intelligent skill gap analysis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measurable career readiness insights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Helps students become industry-ready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profile analysis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AI-based mock interview evaluation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LinkedIn integration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Multi-language resume parsing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Voice confidence analysis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Line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“Transforming career guidance from static recommendations to intelligent career optimization.”</a:t>
            </a:r>
            <a:endParaRPr b="1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457380" y="2573885"/>
            <a:ext cx="435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4572000" y="1681969"/>
            <a:ext cx="315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4572000" y="2573885"/>
            <a:ext cx="45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